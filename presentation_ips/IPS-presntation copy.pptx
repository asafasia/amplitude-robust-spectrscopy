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78" r:id="rId3"/>
    <p:sldId id="280" r:id="rId4"/>
    <p:sldId id="287" r:id="rId5"/>
    <p:sldId id="279" r:id="rId6"/>
    <p:sldId id="281" r:id="rId7"/>
    <p:sldId id="282" r:id="rId8"/>
    <p:sldId id="283" r:id="rId9"/>
    <p:sldId id="284" r:id="rId10"/>
    <p:sldId id="285" r:id="rId11"/>
    <p:sldId id="288" r:id="rId12"/>
    <p:sldId id="286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6743" userDrawn="1">
          <p15:clr>
            <a:srgbClr val="A4A3A4"/>
          </p15:clr>
        </p15:guide>
        <p15:guide id="3" pos="6176" userDrawn="1">
          <p15:clr>
            <a:srgbClr val="A4A3A4"/>
          </p15:clr>
        </p15:guide>
        <p15:guide id="4" orient="horz" pos="1344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25C"/>
    <a:srgbClr val="177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17"/>
    <p:restoredTop sz="96113"/>
  </p:normalViewPr>
  <p:slideViewPr>
    <p:cSldViewPr snapToGrid="0" showGuides="1">
      <p:cViewPr varScale="1">
        <p:scale>
          <a:sx n="137" d="100"/>
          <a:sy n="137" d="100"/>
        </p:scale>
        <p:origin x="216" y="720"/>
      </p:cViewPr>
      <p:guideLst>
        <p:guide orient="horz" pos="1162"/>
        <p:guide pos="6743"/>
        <p:guide pos="6176"/>
        <p:guide orient="horz" pos="1344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441FA12-AFAF-C64F-BCD9-42C98846694D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5A1688F-B466-7A4C-8F3E-17D2A85EF1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611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1688F-B466-7A4C-8F3E-17D2A85EF135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3865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C76A6-FA61-A922-BA7B-9A69807B8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E12DE-647E-E9D1-2735-CB902F5AD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4108B-B7EF-E712-36F7-FBB338576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0E5B1-2E61-83AD-DDF5-484BFDBF4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1688F-B466-7A4C-8F3E-17D2A85EF135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230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163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8753D6-1B0E-1004-2F2C-1DEEA389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178F318-3E84-99FC-E8E1-54DF95CD5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BCD96D-9E02-F4A6-5EBB-54401FD7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3CC80A-DF4A-25ED-C652-6D62CA54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7D0188-E4DB-F040-83BF-6E84FF95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741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3ABFC8-E225-B0C8-EF66-76BF0653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AFE45A9-6463-D4D9-47B3-7D2AE0490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CAB8D42-B2A2-C09D-83D1-B0DD0048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4D21C5-E032-8C9D-6BCA-6416C0B7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A036AA-F651-1115-A03E-0C74A88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77778F-3514-8B62-CD47-F54A47902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6FE0E2-E5C7-DBAA-673C-3F7957093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DE7A7CF-C807-8CDA-C421-368E0DA40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C7C671-2DC1-750E-61DD-5AD7482D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B641068-0AA2-B8DE-E67B-530B7B36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ACC6C3F-383A-6586-2277-C8AD7C70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000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F953DE-F193-43AF-79A7-6A77B55F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4FFC868-6DED-03B8-666A-8F7535FC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926E6DB-98CF-C323-3A7E-1E1D27EF6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89C3B0A-F270-860C-796C-CFECE2AB18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D0D40C7-54A8-0632-E7D2-3B5F7206F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3E8ADAF-FC55-143F-E726-A508EDC4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2F84F34-106D-1D89-1D71-157CD905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9BD0B4A-261E-E4D8-3943-46BBED97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90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D988DE-7DCD-91DF-554B-BBF31C8B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AF5A715-B5C6-C5FE-003E-A56D97C9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6255737-166D-5D1A-E241-95FA34A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BF190F3-17A6-C4FD-3EF2-D5735054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607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4EB8F73-41E4-D908-A69B-56115AFB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4CAB73B-37DB-CEAE-8F67-35CFB2CF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B20946A-4C47-F763-8604-8BEA2743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772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85F59A-ED93-2690-7261-9EDAE908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AB72F4E-0555-8D47-CE47-C7130DAE3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3A6A26C-8EA5-DE17-D755-B66869AC9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2158F9-8361-BEA8-8E32-268BA03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3F28B89-BE54-D19C-0394-E389DF7E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E51B01-3E4E-6150-A275-F17014A3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468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03815F-D255-FD10-42EA-7FB86392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1DE86FC-CCB1-E112-F0BB-83EACB15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4C0D41D-F975-905A-56D2-46593B887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4FA7CC0-DF5F-F8E0-0164-DDD3F552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CBEB0EB-12C9-E699-D627-6B07FA56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F8D0CEB-FCC8-D5E6-E2CC-BF63508C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501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1D7769-F31C-ECFE-C7B2-94BB6353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D8D90E4-0EB0-F2E3-7FAE-3DB7F3E52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1508503-ACBA-389D-9BBE-2643E6C8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5FC6617-3F90-863F-9275-57ADA200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B4124FC-9994-2D63-1093-E8EF16D9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009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BD873D3-05FC-5DF0-43AF-37D783661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CFA436F-3157-7C1A-E45A-2B6D30B03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67C9AC3-2B25-6F67-C6F0-8F7DE72F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י"ג.תמוז.תשפ"ו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E9EE2E3-6B1B-D5AC-9B62-84D70F51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A2251D9-210E-31DA-5D59-10E6113B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7313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163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8753D6-1B0E-1004-2F2C-1DEEA389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>
                <a:latin typeface="Sana"/>
                <a:ea typeface="Sana"/>
                <a:cs typeface="Sana"/>
              </a:rPr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178F318-3E84-99FC-E8E1-54DF95CD5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  <a:p>
            <a:pPr lvl="1"/>
            <a:r>
              <a:rPr lang="he-IL">
                <a:latin typeface="Sana"/>
                <a:ea typeface="Sana"/>
                <a:cs typeface="Sana"/>
              </a:rPr>
              <a:t>רמה שנייה</a:t>
            </a:r>
          </a:p>
          <a:p>
            <a:pPr lvl="2"/>
            <a:r>
              <a:rPr lang="he-IL">
                <a:latin typeface="Sana"/>
                <a:ea typeface="Sana"/>
                <a:cs typeface="Sana"/>
              </a:rPr>
              <a:t>רמה שלישית</a:t>
            </a:r>
          </a:p>
          <a:p>
            <a:pPr lvl="3"/>
            <a:r>
              <a:rPr lang="he-IL">
                <a:latin typeface="Sana"/>
                <a:ea typeface="Sana"/>
                <a:cs typeface="Sana"/>
              </a:rPr>
              <a:t>רמה רביעית</a:t>
            </a:r>
          </a:p>
          <a:p>
            <a:pPr lvl="4"/>
            <a:r>
              <a:rPr lang="he-IL">
                <a:latin typeface="Sana"/>
                <a:ea typeface="Sana"/>
                <a:cs typeface="Sana"/>
              </a:rPr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BCD96D-9E02-F4A6-5EBB-54401FD7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3CC80A-DF4A-25ED-C652-6D62CA54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7D0188-E4DB-F040-83BF-6E84FF95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3537415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3ABFC8-E225-B0C8-EF66-76BF0653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Sana"/>
                <a:ea typeface="Sana"/>
                <a:cs typeface="Sana"/>
              </a:defRPr>
            </a:lvl1pPr>
          </a:lstStyle>
          <a:p>
            <a:r>
              <a:rPr lang="he-IL">
                <a:latin typeface="Sana"/>
                <a:ea typeface="Sana"/>
                <a:cs typeface="Sana"/>
              </a:rPr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AFE45A9-6463-D4D9-47B3-7D2AE0490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ana"/>
                <a:ea typeface="Sana"/>
                <a:cs typeface="San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Sana"/>
                <a:ea typeface="Sana"/>
                <a:cs typeface="Sana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Sana"/>
                <a:ea typeface="Sana"/>
                <a:cs typeface="Sana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Sana"/>
                <a:ea typeface="Sana"/>
                <a:cs typeface="Sana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Sana"/>
                <a:ea typeface="Sana"/>
                <a:cs typeface="Sana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Sana"/>
                <a:ea typeface="Sana"/>
                <a:cs typeface="Sana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Sana"/>
                <a:ea typeface="Sana"/>
                <a:cs typeface="Sana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Sana"/>
                <a:ea typeface="Sana"/>
                <a:cs typeface="Sana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Sana"/>
                <a:ea typeface="Sana"/>
                <a:cs typeface="Sana"/>
              </a:defRPr>
            </a:lvl9pPr>
          </a:lstStyle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CAB8D42-B2A2-C09D-83D1-B0DD0048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4D21C5-E032-8C9D-6BCA-6416C0B7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A036AA-F651-1115-A03E-0C74A88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3354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77778F-3514-8B62-CD47-F54A47902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>
                <a:latin typeface="Sana"/>
                <a:ea typeface="Sana"/>
                <a:cs typeface="Sana"/>
              </a:rPr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6FE0E2-E5C7-DBAA-673C-3F7957093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  <a:p>
            <a:pPr lvl="1"/>
            <a:r>
              <a:rPr lang="he-IL">
                <a:latin typeface="Sana"/>
                <a:ea typeface="Sana"/>
                <a:cs typeface="Sana"/>
              </a:rPr>
              <a:t>רמה שנייה</a:t>
            </a:r>
          </a:p>
          <a:p>
            <a:pPr lvl="2"/>
            <a:r>
              <a:rPr lang="he-IL">
                <a:latin typeface="Sana"/>
                <a:ea typeface="Sana"/>
                <a:cs typeface="Sana"/>
              </a:rPr>
              <a:t>רמה שלישית</a:t>
            </a:r>
          </a:p>
          <a:p>
            <a:pPr lvl="3"/>
            <a:r>
              <a:rPr lang="he-IL">
                <a:latin typeface="Sana"/>
                <a:ea typeface="Sana"/>
                <a:cs typeface="Sana"/>
              </a:rPr>
              <a:t>רמה רביעית</a:t>
            </a:r>
          </a:p>
          <a:p>
            <a:pPr lvl="4"/>
            <a:r>
              <a:rPr lang="he-IL">
                <a:latin typeface="Sana"/>
                <a:ea typeface="Sana"/>
                <a:cs typeface="Sana"/>
              </a:rPr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DE7A7CF-C807-8CDA-C421-368E0DA40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  <a:p>
            <a:pPr lvl="1"/>
            <a:r>
              <a:rPr lang="he-IL">
                <a:latin typeface="Sana"/>
                <a:ea typeface="Sana"/>
                <a:cs typeface="Sana"/>
              </a:rPr>
              <a:t>רמה שנייה</a:t>
            </a:r>
          </a:p>
          <a:p>
            <a:pPr lvl="2"/>
            <a:r>
              <a:rPr lang="he-IL">
                <a:latin typeface="Sana"/>
                <a:ea typeface="Sana"/>
                <a:cs typeface="Sana"/>
              </a:rPr>
              <a:t>רמה שלישית</a:t>
            </a:r>
          </a:p>
          <a:p>
            <a:pPr lvl="3"/>
            <a:r>
              <a:rPr lang="he-IL">
                <a:latin typeface="Sana"/>
                <a:ea typeface="Sana"/>
                <a:cs typeface="Sana"/>
              </a:rPr>
              <a:t>רמה רביעית</a:t>
            </a:r>
          </a:p>
          <a:p>
            <a:pPr lvl="4"/>
            <a:r>
              <a:rPr lang="he-IL">
                <a:latin typeface="Sana"/>
                <a:ea typeface="Sana"/>
                <a:cs typeface="Sana"/>
              </a:rPr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C7C671-2DC1-750E-61DD-5AD7482D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B641068-0AA2-B8DE-E67B-530B7B36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ACC6C3F-383A-6586-2277-C8AD7C70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850003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F953DE-F193-43AF-79A7-6A77B55F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>
                <a:latin typeface="Sana"/>
                <a:ea typeface="Sana"/>
                <a:cs typeface="Sana"/>
              </a:rPr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4FFC868-6DED-03B8-666A-8F7535FC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Sana"/>
                <a:ea typeface="Sana"/>
                <a:cs typeface="Sana"/>
              </a:defRPr>
            </a:lvl1pPr>
            <a:lvl2pPr marL="457200" indent="0">
              <a:buNone/>
              <a:defRPr sz="2000" b="1">
                <a:latin typeface="Sana"/>
                <a:ea typeface="Sana"/>
                <a:cs typeface="Sana"/>
              </a:defRPr>
            </a:lvl2pPr>
            <a:lvl3pPr marL="914400" indent="0">
              <a:buNone/>
              <a:defRPr sz="1800" b="1">
                <a:latin typeface="Sana"/>
                <a:ea typeface="Sana"/>
                <a:cs typeface="Sana"/>
              </a:defRPr>
            </a:lvl3pPr>
            <a:lvl4pPr marL="1371600" indent="0">
              <a:buNone/>
              <a:defRPr sz="1600" b="1">
                <a:latin typeface="Sana"/>
                <a:ea typeface="Sana"/>
                <a:cs typeface="Sana"/>
              </a:defRPr>
            </a:lvl4pPr>
            <a:lvl5pPr marL="1828800" indent="0">
              <a:buNone/>
              <a:defRPr sz="1600" b="1">
                <a:latin typeface="Sana"/>
                <a:ea typeface="Sana"/>
                <a:cs typeface="Sana"/>
              </a:defRPr>
            </a:lvl5pPr>
            <a:lvl6pPr marL="2286000" indent="0">
              <a:buNone/>
              <a:defRPr sz="1600" b="1">
                <a:latin typeface="Sana"/>
                <a:ea typeface="Sana"/>
                <a:cs typeface="Sana"/>
              </a:defRPr>
            </a:lvl6pPr>
            <a:lvl7pPr marL="2743200" indent="0">
              <a:buNone/>
              <a:defRPr sz="1600" b="1">
                <a:latin typeface="Sana"/>
                <a:ea typeface="Sana"/>
                <a:cs typeface="Sana"/>
              </a:defRPr>
            </a:lvl7pPr>
            <a:lvl8pPr marL="3200400" indent="0">
              <a:buNone/>
              <a:defRPr sz="1600" b="1">
                <a:latin typeface="Sana"/>
                <a:ea typeface="Sana"/>
                <a:cs typeface="Sana"/>
              </a:defRPr>
            </a:lvl8pPr>
            <a:lvl9pPr marL="3657600" indent="0">
              <a:buNone/>
              <a:defRPr sz="1600" b="1">
                <a:latin typeface="Sana"/>
                <a:ea typeface="Sana"/>
                <a:cs typeface="Sana"/>
              </a:defRPr>
            </a:lvl9pPr>
          </a:lstStyle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926E6DB-98CF-C323-3A7E-1E1D27EF6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  <a:p>
            <a:pPr lvl="1"/>
            <a:r>
              <a:rPr lang="he-IL">
                <a:latin typeface="Sana"/>
                <a:ea typeface="Sana"/>
                <a:cs typeface="Sana"/>
              </a:rPr>
              <a:t>רמה שנייה</a:t>
            </a:r>
          </a:p>
          <a:p>
            <a:pPr lvl="2"/>
            <a:r>
              <a:rPr lang="he-IL">
                <a:latin typeface="Sana"/>
                <a:ea typeface="Sana"/>
                <a:cs typeface="Sana"/>
              </a:rPr>
              <a:t>רמה שלישית</a:t>
            </a:r>
          </a:p>
          <a:p>
            <a:pPr lvl="3"/>
            <a:r>
              <a:rPr lang="he-IL">
                <a:latin typeface="Sana"/>
                <a:ea typeface="Sana"/>
                <a:cs typeface="Sana"/>
              </a:rPr>
              <a:t>רמה רביעית</a:t>
            </a:r>
          </a:p>
          <a:p>
            <a:pPr lvl="4"/>
            <a:r>
              <a:rPr lang="he-IL">
                <a:latin typeface="Sana"/>
                <a:ea typeface="Sana"/>
                <a:cs typeface="Sana"/>
              </a:rPr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89C3B0A-F270-860C-796C-CFECE2AB18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Sana"/>
                <a:ea typeface="Sana"/>
                <a:cs typeface="Sana"/>
              </a:defRPr>
            </a:lvl1pPr>
            <a:lvl2pPr marL="457200" indent="0">
              <a:buNone/>
              <a:defRPr sz="2000" b="1">
                <a:latin typeface="Sana"/>
                <a:ea typeface="Sana"/>
                <a:cs typeface="Sana"/>
              </a:defRPr>
            </a:lvl2pPr>
            <a:lvl3pPr marL="914400" indent="0">
              <a:buNone/>
              <a:defRPr sz="1800" b="1">
                <a:latin typeface="Sana"/>
                <a:ea typeface="Sana"/>
                <a:cs typeface="Sana"/>
              </a:defRPr>
            </a:lvl3pPr>
            <a:lvl4pPr marL="1371600" indent="0">
              <a:buNone/>
              <a:defRPr sz="1600" b="1">
                <a:latin typeface="Sana"/>
                <a:ea typeface="Sana"/>
                <a:cs typeface="Sana"/>
              </a:defRPr>
            </a:lvl4pPr>
            <a:lvl5pPr marL="1828800" indent="0">
              <a:buNone/>
              <a:defRPr sz="1600" b="1">
                <a:latin typeface="Sana"/>
                <a:ea typeface="Sana"/>
                <a:cs typeface="Sana"/>
              </a:defRPr>
            </a:lvl5pPr>
            <a:lvl6pPr marL="2286000" indent="0">
              <a:buNone/>
              <a:defRPr sz="1600" b="1">
                <a:latin typeface="Sana"/>
                <a:ea typeface="Sana"/>
                <a:cs typeface="Sana"/>
              </a:defRPr>
            </a:lvl6pPr>
            <a:lvl7pPr marL="2743200" indent="0">
              <a:buNone/>
              <a:defRPr sz="1600" b="1">
                <a:latin typeface="Sana"/>
                <a:ea typeface="Sana"/>
                <a:cs typeface="Sana"/>
              </a:defRPr>
            </a:lvl7pPr>
            <a:lvl8pPr marL="3200400" indent="0">
              <a:buNone/>
              <a:defRPr sz="1600" b="1">
                <a:latin typeface="Sana"/>
                <a:ea typeface="Sana"/>
                <a:cs typeface="Sana"/>
              </a:defRPr>
            </a:lvl8pPr>
            <a:lvl9pPr marL="3657600" indent="0">
              <a:buNone/>
              <a:defRPr sz="1600" b="1">
                <a:latin typeface="Sana"/>
                <a:ea typeface="Sana"/>
                <a:cs typeface="Sana"/>
              </a:defRPr>
            </a:lvl9pPr>
          </a:lstStyle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D0D40C7-54A8-0632-E7D2-3B5F7206F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  <a:p>
            <a:pPr lvl="1"/>
            <a:r>
              <a:rPr lang="he-IL">
                <a:latin typeface="Sana"/>
                <a:ea typeface="Sana"/>
                <a:cs typeface="Sana"/>
              </a:rPr>
              <a:t>רמה שנייה</a:t>
            </a:r>
          </a:p>
          <a:p>
            <a:pPr lvl="2"/>
            <a:r>
              <a:rPr lang="he-IL">
                <a:latin typeface="Sana"/>
                <a:ea typeface="Sana"/>
                <a:cs typeface="Sana"/>
              </a:rPr>
              <a:t>רמה שלישית</a:t>
            </a:r>
          </a:p>
          <a:p>
            <a:pPr lvl="3"/>
            <a:r>
              <a:rPr lang="he-IL">
                <a:latin typeface="Sana"/>
                <a:ea typeface="Sana"/>
                <a:cs typeface="Sana"/>
              </a:rPr>
              <a:t>רמה רביעית</a:t>
            </a:r>
          </a:p>
          <a:p>
            <a:pPr lvl="4"/>
            <a:r>
              <a:rPr lang="he-IL">
                <a:latin typeface="Sana"/>
                <a:ea typeface="Sana"/>
                <a:cs typeface="Sana"/>
              </a:rPr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3E8ADAF-FC55-143F-E726-A508EDC4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2F84F34-106D-1D89-1D71-157CD905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9BD0B4A-261E-E4D8-3943-46BBED97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2517905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D988DE-7DCD-91DF-554B-BBF31C8B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>
                <a:latin typeface="Sana"/>
                <a:ea typeface="Sana"/>
                <a:cs typeface="Sana"/>
              </a:rPr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AF5A715-B5C6-C5FE-003E-A56D97C9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6255737-166D-5D1A-E241-95FA34A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BF190F3-17A6-C4FD-3EF2-D5735054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40560740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4EB8F73-41E4-D908-A69B-56115AFB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4CAB73B-37DB-CEAE-8F67-35CFB2CF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B20946A-4C47-F763-8604-8BEA2743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1107727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85F59A-ED93-2690-7261-9EDAE908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Sana"/>
                <a:ea typeface="Sana"/>
                <a:cs typeface="Sana"/>
              </a:defRPr>
            </a:lvl1pPr>
          </a:lstStyle>
          <a:p>
            <a:r>
              <a:rPr lang="he-IL">
                <a:latin typeface="Sana"/>
                <a:ea typeface="Sana"/>
                <a:cs typeface="Sana"/>
              </a:rPr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AB72F4E-0555-8D47-CE47-C7130DAE3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Sana"/>
                <a:ea typeface="Sana"/>
                <a:cs typeface="Sana"/>
              </a:defRPr>
            </a:lvl1pPr>
            <a:lvl2pPr>
              <a:defRPr sz="2800">
                <a:latin typeface="Sana"/>
                <a:ea typeface="Sana"/>
                <a:cs typeface="Sana"/>
              </a:defRPr>
            </a:lvl2pPr>
            <a:lvl3pPr>
              <a:defRPr sz="2400">
                <a:latin typeface="Sana"/>
                <a:ea typeface="Sana"/>
                <a:cs typeface="Sana"/>
              </a:defRPr>
            </a:lvl3pPr>
            <a:lvl4pPr>
              <a:defRPr sz="2000">
                <a:latin typeface="Sana"/>
                <a:ea typeface="Sana"/>
                <a:cs typeface="Sana"/>
              </a:defRPr>
            </a:lvl4pPr>
            <a:lvl5pPr>
              <a:defRPr sz="2000">
                <a:latin typeface="Sana"/>
                <a:ea typeface="Sana"/>
                <a:cs typeface="Sana"/>
              </a:defRPr>
            </a:lvl5pPr>
            <a:lvl6pPr>
              <a:defRPr sz="2000">
                <a:latin typeface="Sana"/>
                <a:ea typeface="Sana"/>
                <a:cs typeface="Sana"/>
              </a:defRPr>
            </a:lvl6pPr>
            <a:lvl7pPr>
              <a:defRPr sz="2000">
                <a:latin typeface="Sana"/>
                <a:ea typeface="Sana"/>
                <a:cs typeface="Sana"/>
              </a:defRPr>
            </a:lvl7pPr>
            <a:lvl8pPr>
              <a:defRPr sz="2000">
                <a:latin typeface="Sana"/>
                <a:ea typeface="Sana"/>
                <a:cs typeface="Sana"/>
              </a:defRPr>
            </a:lvl8pPr>
            <a:lvl9pPr>
              <a:defRPr sz="2000">
                <a:latin typeface="Sana"/>
                <a:ea typeface="Sana"/>
                <a:cs typeface="Sana"/>
              </a:defRPr>
            </a:lvl9pPr>
          </a:lstStyle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  <a:p>
            <a:pPr lvl="1"/>
            <a:r>
              <a:rPr lang="he-IL">
                <a:latin typeface="Sana"/>
                <a:ea typeface="Sana"/>
                <a:cs typeface="Sana"/>
              </a:rPr>
              <a:t>רמה שנייה</a:t>
            </a:r>
          </a:p>
          <a:p>
            <a:pPr lvl="2"/>
            <a:r>
              <a:rPr lang="he-IL">
                <a:latin typeface="Sana"/>
                <a:ea typeface="Sana"/>
                <a:cs typeface="Sana"/>
              </a:rPr>
              <a:t>רמה שלישית</a:t>
            </a:r>
          </a:p>
          <a:p>
            <a:pPr lvl="3"/>
            <a:r>
              <a:rPr lang="he-IL">
                <a:latin typeface="Sana"/>
                <a:ea typeface="Sana"/>
                <a:cs typeface="Sana"/>
              </a:rPr>
              <a:t>רמה רביעית</a:t>
            </a:r>
          </a:p>
          <a:p>
            <a:pPr lvl="4"/>
            <a:r>
              <a:rPr lang="he-IL">
                <a:latin typeface="Sana"/>
                <a:ea typeface="Sana"/>
                <a:cs typeface="Sana"/>
              </a:rPr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3A6A26C-8EA5-DE17-D755-B66869AC9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ana"/>
                <a:ea typeface="Sana"/>
                <a:cs typeface="Sana"/>
              </a:defRPr>
            </a:lvl1pPr>
            <a:lvl2pPr marL="457200" indent="0">
              <a:buNone/>
              <a:defRPr sz="1400">
                <a:latin typeface="Sana"/>
                <a:ea typeface="Sana"/>
                <a:cs typeface="Sana"/>
              </a:defRPr>
            </a:lvl2pPr>
            <a:lvl3pPr marL="914400" indent="0">
              <a:buNone/>
              <a:defRPr sz="1200">
                <a:latin typeface="Sana"/>
                <a:ea typeface="Sana"/>
                <a:cs typeface="Sana"/>
              </a:defRPr>
            </a:lvl3pPr>
            <a:lvl4pPr marL="1371600" indent="0">
              <a:buNone/>
              <a:defRPr sz="1000">
                <a:latin typeface="Sana"/>
                <a:ea typeface="Sana"/>
                <a:cs typeface="Sana"/>
              </a:defRPr>
            </a:lvl4pPr>
            <a:lvl5pPr marL="1828800" indent="0">
              <a:buNone/>
              <a:defRPr sz="1000">
                <a:latin typeface="Sana"/>
                <a:ea typeface="Sana"/>
                <a:cs typeface="Sana"/>
              </a:defRPr>
            </a:lvl5pPr>
            <a:lvl6pPr marL="2286000" indent="0">
              <a:buNone/>
              <a:defRPr sz="1000">
                <a:latin typeface="Sana"/>
                <a:ea typeface="Sana"/>
                <a:cs typeface="Sana"/>
              </a:defRPr>
            </a:lvl6pPr>
            <a:lvl7pPr marL="2743200" indent="0">
              <a:buNone/>
              <a:defRPr sz="1000">
                <a:latin typeface="Sana"/>
                <a:ea typeface="Sana"/>
                <a:cs typeface="Sana"/>
              </a:defRPr>
            </a:lvl7pPr>
            <a:lvl8pPr marL="3200400" indent="0">
              <a:buNone/>
              <a:defRPr sz="1000">
                <a:latin typeface="Sana"/>
                <a:ea typeface="Sana"/>
                <a:cs typeface="Sana"/>
              </a:defRPr>
            </a:lvl8pPr>
            <a:lvl9pPr marL="3657600" indent="0">
              <a:buNone/>
              <a:defRPr sz="1000">
                <a:latin typeface="Sana"/>
                <a:ea typeface="Sana"/>
                <a:cs typeface="Sana"/>
              </a:defRPr>
            </a:lvl9pPr>
          </a:lstStyle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2158F9-8361-BEA8-8E32-268BA03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3F28B89-BE54-D19C-0394-E389DF7E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E51B01-3E4E-6150-A275-F17014A3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2994689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03815F-D255-FD10-42EA-7FB86392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Sana"/>
                <a:ea typeface="Sana"/>
                <a:cs typeface="Sana"/>
              </a:defRPr>
            </a:lvl1pPr>
          </a:lstStyle>
          <a:p>
            <a:r>
              <a:rPr lang="he-IL">
                <a:latin typeface="Sana"/>
                <a:ea typeface="Sana"/>
                <a:cs typeface="Sana"/>
              </a:rPr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1DE86FC-CCB1-E112-F0BB-83EACB15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Sana"/>
                <a:ea typeface="Sana"/>
                <a:cs typeface="Sana"/>
              </a:defRPr>
            </a:lvl1pPr>
            <a:lvl2pPr marL="457200" indent="0">
              <a:buNone/>
              <a:defRPr sz="2800">
                <a:latin typeface="Sana"/>
                <a:ea typeface="Sana"/>
                <a:cs typeface="Sana"/>
              </a:defRPr>
            </a:lvl2pPr>
            <a:lvl3pPr marL="914400" indent="0">
              <a:buNone/>
              <a:defRPr sz="2400">
                <a:latin typeface="Sana"/>
                <a:ea typeface="Sana"/>
                <a:cs typeface="Sana"/>
              </a:defRPr>
            </a:lvl3pPr>
            <a:lvl4pPr marL="1371600" indent="0">
              <a:buNone/>
              <a:defRPr sz="2000">
                <a:latin typeface="Sana"/>
                <a:ea typeface="Sana"/>
                <a:cs typeface="Sana"/>
              </a:defRPr>
            </a:lvl4pPr>
            <a:lvl5pPr marL="1828800" indent="0">
              <a:buNone/>
              <a:defRPr sz="2000">
                <a:latin typeface="Sana"/>
                <a:ea typeface="Sana"/>
                <a:cs typeface="Sana"/>
              </a:defRPr>
            </a:lvl5pPr>
            <a:lvl6pPr marL="2286000" indent="0">
              <a:buNone/>
              <a:defRPr sz="2000">
                <a:latin typeface="Sana"/>
                <a:ea typeface="Sana"/>
                <a:cs typeface="Sana"/>
              </a:defRPr>
            </a:lvl6pPr>
            <a:lvl7pPr marL="2743200" indent="0">
              <a:buNone/>
              <a:defRPr sz="2000">
                <a:latin typeface="Sana"/>
                <a:ea typeface="Sana"/>
                <a:cs typeface="Sana"/>
              </a:defRPr>
            </a:lvl7pPr>
            <a:lvl8pPr marL="3200400" indent="0">
              <a:buNone/>
              <a:defRPr sz="2000">
                <a:latin typeface="Sana"/>
                <a:ea typeface="Sana"/>
                <a:cs typeface="Sana"/>
              </a:defRPr>
            </a:lvl8pPr>
            <a:lvl9pPr marL="3657600" indent="0">
              <a:buNone/>
              <a:defRPr sz="2000">
                <a:latin typeface="Sana"/>
                <a:ea typeface="Sana"/>
                <a:cs typeface="Sana"/>
              </a:defRPr>
            </a:lvl9pPr>
          </a:lstStyle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4C0D41D-F975-905A-56D2-46593B887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ana"/>
                <a:ea typeface="Sana"/>
                <a:cs typeface="Sana"/>
              </a:defRPr>
            </a:lvl1pPr>
            <a:lvl2pPr marL="457200" indent="0">
              <a:buNone/>
              <a:defRPr sz="1400">
                <a:latin typeface="Sana"/>
                <a:ea typeface="Sana"/>
                <a:cs typeface="Sana"/>
              </a:defRPr>
            </a:lvl2pPr>
            <a:lvl3pPr marL="914400" indent="0">
              <a:buNone/>
              <a:defRPr sz="1200">
                <a:latin typeface="Sana"/>
                <a:ea typeface="Sana"/>
                <a:cs typeface="Sana"/>
              </a:defRPr>
            </a:lvl3pPr>
            <a:lvl4pPr marL="1371600" indent="0">
              <a:buNone/>
              <a:defRPr sz="1000">
                <a:latin typeface="Sana"/>
                <a:ea typeface="Sana"/>
                <a:cs typeface="Sana"/>
              </a:defRPr>
            </a:lvl4pPr>
            <a:lvl5pPr marL="1828800" indent="0">
              <a:buNone/>
              <a:defRPr sz="1000">
                <a:latin typeface="Sana"/>
                <a:ea typeface="Sana"/>
                <a:cs typeface="Sana"/>
              </a:defRPr>
            </a:lvl5pPr>
            <a:lvl6pPr marL="2286000" indent="0">
              <a:buNone/>
              <a:defRPr sz="1000">
                <a:latin typeface="Sana"/>
                <a:ea typeface="Sana"/>
                <a:cs typeface="Sana"/>
              </a:defRPr>
            </a:lvl6pPr>
            <a:lvl7pPr marL="2743200" indent="0">
              <a:buNone/>
              <a:defRPr sz="1000">
                <a:latin typeface="Sana"/>
                <a:ea typeface="Sana"/>
                <a:cs typeface="Sana"/>
              </a:defRPr>
            </a:lvl7pPr>
            <a:lvl8pPr marL="3200400" indent="0">
              <a:buNone/>
              <a:defRPr sz="1000">
                <a:latin typeface="Sana"/>
                <a:ea typeface="Sana"/>
                <a:cs typeface="Sana"/>
              </a:defRPr>
            </a:lvl8pPr>
            <a:lvl9pPr marL="3657600" indent="0">
              <a:buNone/>
              <a:defRPr sz="1000">
                <a:latin typeface="Sana"/>
                <a:ea typeface="Sana"/>
                <a:cs typeface="Sana"/>
              </a:defRPr>
            </a:lvl9pPr>
          </a:lstStyle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4FA7CC0-DF5F-F8E0-0164-DDD3F552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CBEB0EB-12C9-E699-D627-6B07FA56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F8D0CEB-FCC8-D5E6-E2CC-BF63508C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10550166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1D7769-F31C-ECFE-C7B2-94BB6353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>
                <a:latin typeface="Sana"/>
                <a:ea typeface="Sana"/>
                <a:cs typeface="Sana"/>
              </a:rPr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D8D90E4-0EB0-F2E3-7FAE-3DB7F3E52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  <a:p>
            <a:pPr lvl="1"/>
            <a:r>
              <a:rPr lang="he-IL">
                <a:latin typeface="Sana"/>
                <a:ea typeface="Sana"/>
                <a:cs typeface="Sana"/>
              </a:rPr>
              <a:t>רמה שנייה</a:t>
            </a:r>
          </a:p>
          <a:p>
            <a:pPr lvl="2"/>
            <a:r>
              <a:rPr lang="he-IL">
                <a:latin typeface="Sana"/>
                <a:ea typeface="Sana"/>
                <a:cs typeface="Sana"/>
              </a:rPr>
              <a:t>רמה שלישית</a:t>
            </a:r>
          </a:p>
          <a:p>
            <a:pPr lvl="3"/>
            <a:r>
              <a:rPr lang="he-IL">
                <a:latin typeface="Sana"/>
                <a:ea typeface="Sana"/>
                <a:cs typeface="Sana"/>
              </a:rPr>
              <a:t>רמה רביעית</a:t>
            </a:r>
          </a:p>
          <a:p>
            <a:pPr lvl="4"/>
            <a:r>
              <a:rPr lang="he-IL">
                <a:latin typeface="Sana"/>
                <a:ea typeface="Sana"/>
                <a:cs typeface="Sana"/>
              </a:rPr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1508503-ACBA-389D-9BBE-2643E6C8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5FC6617-3F90-863F-9275-57ADA200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B4124FC-9994-2D63-1093-E8EF16D9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17700908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BD873D3-05FC-5DF0-43AF-37D783661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he-IL">
                <a:latin typeface="Sana"/>
                <a:ea typeface="Sana"/>
                <a:cs typeface="Sana"/>
              </a:rPr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CFA436F-3157-7C1A-E45A-2B6D30B03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>
                <a:latin typeface="Sana"/>
                <a:ea typeface="Sana"/>
                <a:cs typeface="Sana"/>
              </a:rPr>
              <a:t>לחץ כדי לערוך סגנונות טקסט של תבנית בסיס</a:t>
            </a:r>
          </a:p>
          <a:p>
            <a:pPr lvl="1"/>
            <a:r>
              <a:rPr lang="he-IL">
                <a:latin typeface="Sana"/>
                <a:ea typeface="Sana"/>
                <a:cs typeface="Sana"/>
              </a:rPr>
              <a:t>רמה שנייה</a:t>
            </a:r>
          </a:p>
          <a:p>
            <a:pPr lvl="2"/>
            <a:r>
              <a:rPr lang="he-IL">
                <a:latin typeface="Sana"/>
                <a:ea typeface="Sana"/>
                <a:cs typeface="Sana"/>
              </a:rPr>
              <a:t>רמה שלישית</a:t>
            </a:r>
          </a:p>
          <a:p>
            <a:pPr lvl="3"/>
            <a:r>
              <a:rPr lang="he-IL">
                <a:latin typeface="Sana"/>
                <a:ea typeface="Sana"/>
                <a:cs typeface="Sana"/>
              </a:rPr>
              <a:t>רמה רביעית</a:t>
            </a:r>
          </a:p>
          <a:p>
            <a:pPr lvl="4"/>
            <a:r>
              <a:rPr lang="he-IL">
                <a:latin typeface="Sana"/>
                <a:ea typeface="Sana"/>
                <a:cs typeface="Sana"/>
              </a:rPr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67C9AC3-2B25-6F67-C6F0-8F7DE72F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>
                <a:latin typeface="Sana"/>
                <a:ea typeface="Sana"/>
                <a:cs typeface="Sana"/>
              </a:rPr>
              <a:t>י"ג.תמוז.תשפ"ו</a:t>
            </a:fld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E9EE2E3-6B1B-D5AC-9B62-84D70F51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>
              <a:latin typeface="Sana"/>
              <a:ea typeface="Sana"/>
              <a:cs typeface="Sana"/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A2251D9-210E-31DA-5D59-10E6113B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>
                <a:latin typeface="Sana"/>
                <a:ea typeface="Sana"/>
                <a:cs typeface="Sana"/>
              </a:rPr>
              <a:t>‹#›</a:t>
            </a:fld>
            <a:endParaRPr lang="he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118731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08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08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ana"/>
          <a:ea typeface="Sana"/>
          <a:cs typeface="Sana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ana"/>
          <a:ea typeface="Sana"/>
          <a:cs typeface="Sana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ana"/>
          <a:ea typeface="Sana"/>
          <a:cs typeface="Sana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ana"/>
          <a:ea typeface="Sana"/>
          <a:cs typeface="Sana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a"/>
          <a:ea typeface="Sana"/>
          <a:cs typeface="Sana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a"/>
          <a:ea typeface="Sana"/>
          <a:cs typeface="Sana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a"/>
          <a:ea typeface="Sana"/>
          <a:cs typeface="Sana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a"/>
          <a:ea typeface="Sana"/>
          <a:cs typeface="Sana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a"/>
          <a:ea typeface="Sana"/>
          <a:cs typeface="Sana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a"/>
          <a:ea typeface="Sana"/>
          <a:cs typeface="Sana"/>
        </a:defRPr>
      </a:lvl9pPr>
    </p:bodyStyle>
    <p:otherStyle>
      <a:defPPr>
        <a:defRPr lang="he-IL">
          <a:latin typeface="Sana"/>
          <a:ea typeface="Sana"/>
          <a:cs typeface="Sana"/>
        </a:defRPr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Sana"/>
          <a:ea typeface="Sana"/>
          <a:cs typeface="Sana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Sana"/>
          <a:ea typeface="Sana"/>
          <a:cs typeface="Sana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Sana"/>
          <a:ea typeface="Sana"/>
          <a:cs typeface="Sana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Sana"/>
          <a:ea typeface="Sana"/>
          <a:cs typeface="Sana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Sana"/>
          <a:ea typeface="Sana"/>
          <a:cs typeface="Sana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Sana"/>
          <a:ea typeface="Sana"/>
          <a:cs typeface="Sana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Sana"/>
          <a:ea typeface="Sana"/>
          <a:cs typeface="Sana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Sana"/>
          <a:ea typeface="Sana"/>
          <a:cs typeface="Sana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Sana"/>
          <a:ea typeface="Sana"/>
          <a:cs typeface="S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6">
            <a:extLst>
              <a:ext uri="{FF2B5EF4-FFF2-40B4-BE49-F238E27FC236}">
                <a16:creationId xmlns:a16="http://schemas.microsoft.com/office/drawing/2014/main" id="{D3897F28-82C4-700E-3A6B-72FDBE1E7469}"/>
              </a:ext>
            </a:extLst>
          </p:cNvPr>
          <p:cNvSpPr txBox="1"/>
          <p:nvPr/>
        </p:nvSpPr>
        <p:spPr>
          <a:xfrm>
            <a:off x="660848" y="1890117"/>
            <a:ext cx="58030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Sana"/>
                <a:ea typeface="Sana"/>
                <a:cs typeface="Sana"/>
              </a:rPr>
              <a:t>Amplitude-Robust Qubit Spectroscopy Using Echo-Root-Lorentzian Pulse Shapes</a:t>
            </a:r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3" name="תיבת טקסט 7">
            <a:extLst>
              <a:ext uri="{FF2B5EF4-FFF2-40B4-BE49-F238E27FC236}">
                <a16:creationId xmlns:a16="http://schemas.microsoft.com/office/drawing/2014/main" id="{3957DA1D-1993-9CEC-E7D0-9AFA177F4D36}"/>
              </a:ext>
            </a:extLst>
          </p:cNvPr>
          <p:cNvSpPr txBox="1"/>
          <p:nvPr/>
        </p:nvSpPr>
        <p:spPr>
          <a:xfrm>
            <a:off x="1020180" y="3548907"/>
            <a:ext cx="453521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endParaRPr lang="en-US" sz="1600" dirty="0">
              <a:latin typeface="Sana"/>
              <a:ea typeface="Sana"/>
              <a:cs typeface="Sana"/>
            </a:endParaRPr>
          </a:p>
          <a:p>
            <a:pPr algn="ctr" rtl="0"/>
            <a:r>
              <a:rPr lang="en-US" sz="1500" dirty="0">
                <a:solidFill>
                  <a:srgbClr val="177987"/>
                </a:solidFill>
                <a:latin typeface="Sana"/>
                <a:cs typeface="Sana"/>
              </a:rPr>
              <a:t>Asaf Solonnikov | Nadav Katz</a:t>
            </a:r>
            <a:br>
              <a:rPr lang="en-US" sz="1500" dirty="0">
                <a:solidFill>
                  <a:srgbClr val="177987"/>
                </a:solidFill>
                <a:latin typeface="Sana"/>
                <a:cs typeface="Sana"/>
              </a:rPr>
            </a:br>
            <a:r>
              <a:rPr lang="en-US" sz="1500" dirty="0">
                <a:solidFill>
                  <a:srgbClr val="177987"/>
                </a:solidFill>
                <a:latin typeface="Sana"/>
                <a:cs typeface="Sana"/>
              </a:rPr>
              <a:t>	</a:t>
            </a:r>
            <a:endParaRPr lang="he-IL" sz="1500" dirty="0">
              <a:solidFill>
                <a:srgbClr val="177987"/>
              </a:solidFill>
              <a:latin typeface="Sana"/>
              <a:cs typeface="Sana"/>
            </a:endParaRP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E78D37C-003A-46A5-1213-DB1797F56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44" y="5238476"/>
            <a:ext cx="1996535" cy="682452"/>
          </a:xfrm>
          <a:prstGeom prst="rect">
            <a:avLst/>
          </a:prstGeom>
        </p:spPr>
      </p:pic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EDAA9CB-7A26-38E4-DB13-4087FD12B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456" y="5278853"/>
            <a:ext cx="1918200" cy="642075"/>
          </a:xfrm>
          <a:prstGeom prst="rect">
            <a:avLst/>
          </a:prstGeom>
        </p:spPr>
      </p:pic>
      <p:pic>
        <p:nvPicPr>
          <p:cNvPr id="5" name="Picture 4" descr="A line drawing of a function&#10;&#10;AI-generated content may be incorrect.">
            <a:extLst>
              <a:ext uri="{FF2B5EF4-FFF2-40B4-BE49-F238E27FC236}">
                <a16:creationId xmlns:a16="http://schemas.microsoft.com/office/drawing/2014/main" id="{8CDB489F-0991-F1E8-F2CF-7BFF6100D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862" y="1899085"/>
            <a:ext cx="5467244" cy="305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86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A3191-AFD7-E77F-6FD0-85379625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A69C9AF4-2075-625B-1992-C2CCCA383F2E}"/>
              </a:ext>
            </a:extLst>
          </p:cNvPr>
          <p:cNvSpPr txBox="1"/>
          <p:nvPr/>
        </p:nvSpPr>
        <p:spPr>
          <a:xfrm>
            <a:off x="473413" y="489015"/>
            <a:ext cx="10205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b="1" dirty="0">
                <a:solidFill>
                  <a:srgbClr val="0B1F33"/>
                </a:solidFill>
              </a:rPr>
              <a:t>Superconducting qubits</a:t>
            </a:r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3FD36-2E25-854F-A72A-8BF76E835BD3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Sana"/>
              <a:ea typeface="Sana"/>
              <a:cs typeface="S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B3A2D-E5F0-1273-4598-4D5128DBA65E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423B0B-9444-8866-7A27-2523C886D281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4CCEC2C4-F092-891D-8EC1-17286081A308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Sana"/>
                  <a:cs typeface="Sana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Sana"/>
                <a:cs typeface="Sana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F5FF798B-C5E6-82E6-FE56-5725D455A9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5" name="Picture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55043A39-4F38-FAD3-99F9-0F9FBB67D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961" y="1454879"/>
            <a:ext cx="5391059" cy="135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4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966DD-38B1-4A30-9667-1BA3F6D86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458F473-A88C-B73E-1A4B-B06C77023F25}"/>
              </a:ext>
            </a:extLst>
          </p:cNvPr>
          <p:cNvSpPr txBox="1"/>
          <p:nvPr/>
        </p:nvSpPr>
        <p:spPr>
          <a:xfrm>
            <a:off x="473413" y="489015"/>
            <a:ext cx="10205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b="1" dirty="0">
                <a:solidFill>
                  <a:srgbClr val="0B1F33"/>
                </a:solidFill>
              </a:rPr>
              <a:t>Power broadening</a:t>
            </a:r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31EF6-26DA-58D5-B7C1-A202B8F5724C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Sana"/>
              <a:ea typeface="Sana"/>
              <a:cs typeface="S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E8B0D-5704-E26D-B401-222654C05EC0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FFF640-F21D-4D87-FA4B-CD58264F1DF4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FC3A56A3-20E2-6AAB-F08B-92E8EACFD9FD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Sana"/>
                  <a:cs typeface="Sana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Sana"/>
                <a:cs typeface="Sana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7539D3A3-06AB-2F2A-BCB9-B9DBCA20D5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5" name="Picture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8CEF325C-9EC2-E3CC-DDCD-72E44F933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961" y="1454879"/>
            <a:ext cx="5391059" cy="135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06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D0A02-55C2-9FA2-010F-1B9D02F9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2A777F64-DE73-7F1E-F19F-1F51867A1FBB}"/>
              </a:ext>
            </a:extLst>
          </p:cNvPr>
          <p:cNvSpPr txBox="1"/>
          <p:nvPr/>
        </p:nvSpPr>
        <p:spPr>
          <a:xfrm>
            <a:off x="473413" y="489015"/>
            <a:ext cx="1020509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b="1" dirty="0">
                <a:solidFill>
                  <a:srgbClr val="0B1F33"/>
                </a:solidFill>
                <a:latin typeface="Sana"/>
                <a:ea typeface="Sana"/>
                <a:cs typeface="Sana"/>
              </a:rPr>
              <a:t>Frequency calibration needs resolution without fragile low-amplitude scans</a:t>
            </a:r>
            <a:endParaRPr lang="en-US" sz="3200" dirty="0">
              <a:latin typeface="Sana"/>
              <a:ea typeface="Sana"/>
              <a:cs typeface="Sana"/>
            </a:endParaRPr>
          </a:p>
          <a:p>
            <a:pPr marL="0" algn="l" defTabSz="914400" rtl="0" eaLnBrk="1" latinLnBrk="0" hangingPunct="1"/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27D3A-A5B6-D02E-3FA9-B64DA63ED285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Sana"/>
              <a:ea typeface="Sana"/>
              <a:cs typeface="S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5CE99D-D60A-2C7F-46CD-C15587446A76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B4789C-8F66-5EFB-C5B1-63EF50138EFF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533B67A5-6E7E-005F-4D10-2076CA6BCB68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Sana"/>
                  <a:cs typeface="Sana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Sana"/>
                <a:cs typeface="Sana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738578AE-3333-CD99-CD1B-0C0F40BA46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8495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C4A76A09-EE0C-2C96-227B-EAA5E5D235D3}"/>
              </a:ext>
            </a:extLst>
          </p:cNvPr>
          <p:cNvSpPr txBox="1"/>
          <p:nvPr/>
        </p:nvSpPr>
        <p:spPr>
          <a:xfrm>
            <a:off x="473413" y="489015"/>
            <a:ext cx="1020509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b="1" dirty="0">
                <a:solidFill>
                  <a:srgbClr val="0B1F33"/>
                </a:solidFill>
                <a:latin typeface="Sana"/>
                <a:ea typeface="Sana"/>
                <a:cs typeface="Sana"/>
              </a:rPr>
              <a:t>Frequency calibration needs resolution without fragile low-amplitude scans</a:t>
            </a:r>
            <a:endParaRPr lang="en-US" sz="3200" dirty="0">
              <a:latin typeface="Sana"/>
              <a:ea typeface="Sana"/>
              <a:cs typeface="Sana"/>
            </a:endParaRPr>
          </a:p>
          <a:p>
            <a:pPr marL="0" algn="l" defTabSz="914400" rtl="0" eaLnBrk="1" latinLnBrk="0" hangingPunct="1"/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55DE8-4E25-83E1-6DC9-6D87D6B066EC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Sana"/>
              <a:ea typeface="Sana"/>
              <a:cs typeface="S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13A1A-3C7F-6DB3-062C-9D54D94CF2E2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16518-0E7C-8C27-5ADC-E547D9AB8251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B12AC3B7-A74A-6BE4-5705-FC8639768D84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Sana"/>
                  <a:cs typeface="Sana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Sana"/>
                <a:cs typeface="Sana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D68B49D6-F91A-E824-7521-F13965D4D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2" name="Picture 1" descr="A diagram of a window of interest&#10;&#10;AI-generated content may be incorrect.">
            <a:extLst>
              <a:ext uri="{FF2B5EF4-FFF2-40B4-BE49-F238E27FC236}">
                <a16:creationId xmlns:a16="http://schemas.microsoft.com/office/drawing/2014/main" id="{CAE371B2-EEA2-3DFF-8296-06D4D90FA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240" y="2850845"/>
            <a:ext cx="5839519" cy="235756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369BBCF-4AFD-6385-BA8E-74361394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A7396-7201-BE43-E1FD-7A2AAD827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56665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3AF63-D277-AC0B-3C1F-DE75C743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A608154-2799-BA4E-C845-6EBDA62F80F3}"/>
              </a:ext>
            </a:extLst>
          </p:cNvPr>
          <p:cNvSpPr txBox="1"/>
          <p:nvPr/>
        </p:nvSpPr>
        <p:spPr>
          <a:xfrm>
            <a:off x="473413" y="489015"/>
            <a:ext cx="1020509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0B1F33"/>
                </a:solidFill>
                <a:latin typeface="Sana"/>
                <a:ea typeface="Sana"/>
                <a:cs typeface="Sana"/>
              </a:rPr>
              <a:t>A root-Lorentzian envelope plus π-phase inversion creates an echo-like spectroscopy pulse</a:t>
            </a:r>
            <a:endParaRPr lang="en-US" sz="3200" dirty="0">
              <a:latin typeface="Sana"/>
              <a:ea typeface="Sana"/>
              <a:cs typeface="Sana"/>
            </a:endParaRPr>
          </a:p>
          <a:p>
            <a:pPr marL="0" algn="l" defTabSz="914400" rtl="0" eaLnBrk="1" latinLnBrk="0" hangingPunct="1"/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64610-C108-8C10-F1AF-F2E502DEAF34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Sana"/>
              <a:ea typeface="Sana"/>
              <a:cs typeface="S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E283C-4BA6-0664-1EB6-C16200145B6A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068410-7F79-97E7-D42F-68784F3ABACE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254D8752-D8FB-06B4-5138-393DF6E3C3FC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Sana"/>
                  <a:cs typeface="Sana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Sana"/>
                <a:cs typeface="Sana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33330455-5D84-7979-7771-84C56D326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" name="Shape 5">
            <a:extLst>
              <a:ext uri="{FF2B5EF4-FFF2-40B4-BE49-F238E27FC236}">
                <a16:creationId xmlns:a16="http://schemas.microsoft.com/office/drawing/2014/main" id="{2DD10079-6EEA-B2EF-420F-C7E201FBE5A5}"/>
              </a:ext>
            </a:extLst>
          </p:cNvPr>
          <p:cNvSpPr/>
          <p:nvPr/>
        </p:nvSpPr>
        <p:spPr>
          <a:xfrm>
            <a:off x="876278" y="1809750"/>
            <a:ext cx="4095648" cy="2952750"/>
          </a:xfrm>
          <a:prstGeom prst="rect">
            <a:avLst/>
          </a:prstGeom>
          <a:solidFill>
            <a:srgbClr val="F7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FAB64BE9-1548-DDEF-0298-66671884DA84}"/>
              </a:ext>
            </a:extLst>
          </p:cNvPr>
          <p:cNvSpPr/>
          <p:nvPr/>
        </p:nvSpPr>
        <p:spPr>
          <a:xfrm>
            <a:off x="1152496" y="2085975"/>
            <a:ext cx="35432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F33"/>
                </a:solidFill>
                <a:latin typeface="Sana"/>
                <a:ea typeface="Sana"/>
                <a:cs typeface="Sana"/>
              </a:rPr>
              <a:t>Drive envelope</a:t>
            </a:r>
            <a:endParaRPr lang="en-US" sz="1650" dirty="0">
              <a:latin typeface="Sana"/>
              <a:ea typeface="Sana"/>
              <a:cs typeface="Sana"/>
            </a:endParaRPr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0FDB8F9C-1B7F-5788-0210-586456413F88}"/>
              </a:ext>
            </a:extLst>
          </p:cNvPr>
          <p:cNvSpPr/>
          <p:nvPr/>
        </p:nvSpPr>
        <p:spPr>
          <a:xfrm>
            <a:off x="1152496" y="2343150"/>
            <a:ext cx="354321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B1F33"/>
                </a:solidFill>
                <a:latin typeface="Sana"/>
                <a:ea typeface="Sana"/>
                <a:cs typeface="Sana"/>
              </a:rPr>
              <a:t>L⁽ⁿ⁾(t) = 1 / [1 + (t/τ)²]ⁿ</a:t>
            </a:r>
            <a:endParaRPr lang="en-US" sz="1875" dirty="0">
              <a:latin typeface="Sana"/>
              <a:ea typeface="Sana"/>
              <a:cs typeface="Sana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E75DD4BD-0CCE-EF25-6F28-BAA31FE70F08}"/>
              </a:ext>
            </a:extLst>
          </p:cNvPr>
          <p:cNvSpPr/>
          <p:nvPr/>
        </p:nvSpPr>
        <p:spPr>
          <a:xfrm>
            <a:off x="1152496" y="2705100"/>
            <a:ext cx="354321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B1F33"/>
                </a:solidFill>
                <a:latin typeface="Sana"/>
                <a:ea typeface="Sana"/>
                <a:cs typeface="Sana"/>
              </a:rPr>
              <a:t>Lᵉᶜʰᵒ₁/₂(t) := L₁/₂(t) · sgn(t)</a:t>
            </a:r>
            <a:endParaRPr lang="en-US" sz="1875" dirty="0">
              <a:latin typeface="Sana"/>
              <a:ea typeface="Sana"/>
              <a:cs typeface="Sana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5D9B2239-313D-C8B9-6192-9AA3ACAD7957}"/>
              </a:ext>
            </a:extLst>
          </p:cNvPr>
          <p:cNvSpPr/>
          <p:nvPr/>
        </p:nvSpPr>
        <p:spPr>
          <a:xfrm>
            <a:off x="1152496" y="3067050"/>
            <a:ext cx="35432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Sana"/>
                <a:ea typeface="Sana"/>
                <a:cs typeface="Sana"/>
              </a:rPr>
              <a:t>τ sets duration; n controls sharpness; the sign change gives echo-like symmetry.</a:t>
            </a:r>
            <a:endParaRPr lang="en-US" sz="1200" dirty="0">
              <a:latin typeface="Sana"/>
              <a:ea typeface="Sana"/>
              <a:cs typeface="Sana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61DDB211-0BA7-A3A7-6F3D-8E261FEACBB3}"/>
              </a:ext>
            </a:extLst>
          </p:cNvPr>
          <p:cNvSpPr/>
          <p:nvPr/>
        </p:nvSpPr>
        <p:spPr>
          <a:xfrm>
            <a:off x="5619610" y="1952625"/>
            <a:ext cx="1523962" cy="1066800"/>
          </a:xfrm>
          <a:prstGeom prst="rect">
            <a:avLst/>
          </a:prstGeom>
          <a:solidFill>
            <a:srgbClr val="F7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528B1631-79C4-6243-5220-EA99EFBA757A}"/>
              </a:ext>
            </a:extLst>
          </p:cNvPr>
          <p:cNvSpPr/>
          <p:nvPr/>
        </p:nvSpPr>
        <p:spPr>
          <a:xfrm>
            <a:off x="5772006" y="2105025"/>
            <a:ext cx="1219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3"/>
                </a:solidFill>
                <a:latin typeface="Sana"/>
                <a:ea typeface="Sana"/>
                <a:cs typeface="Sana"/>
              </a:rPr>
              <a:t>Adiabatic shaping</a:t>
            </a:r>
            <a:endParaRPr lang="en-US" sz="1350" dirty="0">
              <a:latin typeface="Sana"/>
              <a:ea typeface="Sana"/>
              <a:cs typeface="Sana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3FB3E44D-BCD2-EA83-20A1-BBBF7D739B17}"/>
              </a:ext>
            </a:extLst>
          </p:cNvPr>
          <p:cNvSpPr/>
          <p:nvPr/>
        </p:nvSpPr>
        <p:spPr>
          <a:xfrm>
            <a:off x="5772006" y="2486025"/>
            <a:ext cx="12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67085"/>
                </a:solidFill>
                <a:latin typeface="Sana"/>
                <a:ea typeface="Sana"/>
                <a:cs typeface="Sana"/>
              </a:rPr>
              <a:t>Lorentzian-derived pulse narrows the response.</a:t>
            </a:r>
            <a:endParaRPr lang="en-US" sz="975" dirty="0">
              <a:latin typeface="Sana"/>
              <a:ea typeface="Sana"/>
              <a:cs typeface="Sana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1AEFEDEB-D1E4-24D9-2BC0-CD7A3DE23895}"/>
              </a:ext>
            </a:extLst>
          </p:cNvPr>
          <p:cNvSpPr/>
          <p:nvPr/>
        </p:nvSpPr>
        <p:spPr>
          <a:xfrm>
            <a:off x="7181670" y="2457450"/>
            <a:ext cx="419090" cy="38100"/>
          </a:xfrm>
          <a:prstGeom prst="rect">
            <a:avLst/>
          </a:prstGeom>
          <a:solidFill>
            <a:srgbClr val="13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8F9C420-8EB1-8824-A3C6-E00880FEDF48}"/>
              </a:ext>
            </a:extLst>
          </p:cNvPr>
          <p:cNvSpPr/>
          <p:nvPr/>
        </p:nvSpPr>
        <p:spPr>
          <a:xfrm>
            <a:off x="7638859" y="1952625"/>
            <a:ext cx="1523962" cy="1066800"/>
          </a:xfrm>
          <a:prstGeom prst="rect">
            <a:avLst/>
          </a:prstGeom>
          <a:solidFill>
            <a:srgbClr val="F7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7AED2D47-FB4A-FB86-0CCF-6AEEAB90BA4D}"/>
              </a:ext>
            </a:extLst>
          </p:cNvPr>
          <p:cNvSpPr/>
          <p:nvPr/>
        </p:nvSpPr>
        <p:spPr>
          <a:xfrm>
            <a:off x="7791255" y="2105025"/>
            <a:ext cx="121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3"/>
                </a:solidFill>
                <a:latin typeface="Sana"/>
                <a:ea typeface="Sana"/>
                <a:cs typeface="Sana"/>
              </a:rPr>
              <a:t>π inversion</a:t>
            </a:r>
            <a:endParaRPr lang="en-US" sz="1350" dirty="0">
              <a:latin typeface="Sana"/>
              <a:ea typeface="Sana"/>
              <a:cs typeface="Sana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F8A25D4-87F3-BB15-CDDE-D91D014DE226}"/>
              </a:ext>
            </a:extLst>
          </p:cNvPr>
          <p:cNvSpPr/>
          <p:nvPr/>
        </p:nvSpPr>
        <p:spPr>
          <a:xfrm>
            <a:off x="7791255" y="2295525"/>
            <a:ext cx="12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67085"/>
                </a:solidFill>
                <a:latin typeface="Sana"/>
                <a:ea typeface="Sana"/>
                <a:cs typeface="Sana"/>
              </a:rPr>
              <a:t>The pulse changes phase at peak amplitude.</a:t>
            </a:r>
            <a:endParaRPr lang="en-US" sz="975" dirty="0">
              <a:latin typeface="Sana"/>
              <a:ea typeface="Sana"/>
              <a:cs typeface="Sana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26C06B5-2C5D-F820-AC60-93A692D61576}"/>
              </a:ext>
            </a:extLst>
          </p:cNvPr>
          <p:cNvSpPr/>
          <p:nvPr/>
        </p:nvSpPr>
        <p:spPr>
          <a:xfrm>
            <a:off x="9200920" y="2457450"/>
            <a:ext cx="419090" cy="38100"/>
          </a:xfrm>
          <a:prstGeom prst="rect">
            <a:avLst/>
          </a:prstGeom>
          <a:solidFill>
            <a:srgbClr val="13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45FB2A4-413B-F476-1C22-2903EAC97F04}"/>
              </a:ext>
            </a:extLst>
          </p:cNvPr>
          <p:cNvSpPr/>
          <p:nvPr/>
        </p:nvSpPr>
        <p:spPr>
          <a:xfrm>
            <a:off x="9658109" y="1952625"/>
            <a:ext cx="1523962" cy="1066800"/>
          </a:xfrm>
          <a:prstGeom prst="rect">
            <a:avLst/>
          </a:prstGeom>
          <a:solidFill>
            <a:srgbClr val="0B1F33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5A38195-0EF6-CFEC-DB79-191C777C8EB8}"/>
              </a:ext>
            </a:extLst>
          </p:cNvPr>
          <p:cNvSpPr/>
          <p:nvPr/>
        </p:nvSpPr>
        <p:spPr>
          <a:xfrm>
            <a:off x="9810505" y="2105025"/>
            <a:ext cx="121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ana"/>
                <a:ea typeface="Sana"/>
                <a:cs typeface="Sana"/>
              </a:rPr>
              <a:t>Echo dip</a:t>
            </a:r>
            <a:endParaRPr lang="en-US" sz="1350" dirty="0">
              <a:latin typeface="Sana"/>
              <a:ea typeface="Sana"/>
              <a:cs typeface="Sana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BAC656A-BA3D-BCCB-B6E3-020EC3BC7197}"/>
              </a:ext>
            </a:extLst>
          </p:cNvPr>
          <p:cNvSpPr/>
          <p:nvPr/>
        </p:nvSpPr>
        <p:spPr>
          <a:xfrm>
            <a:off x="9810505" y="2295525"/>
            <a:ext cx="12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BFD5E6"/>
                </a:solidFill>
                <a:latin typeface="Sana"/>
                <a:ea typeface="Sana"/>
                <a:cs typeface="Sana"/>
              </a:rPr>
              <a:t>Resonant excitation cancels; detuned response remains.</a:t>
            </a:r>
            <a:endParaRPr lang="en-US" sz="975" dirty="0">
              <a:latin typeface="Sana"/>
              <a:ea typeface="Sana"/>
              <a:cs typeface="Sana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AEEFABA0-DB96-2705-64CB-08B1E593072E}"/>
              </a:ext>
            </a:extLst>
          </p:cNvPr>
          <p:cNvSpPr/>
          <p:nvPr/>
        </p:nvSpPr>
        <p:spPr>
          <a:xfrm>
            <a:off x="5619610" y="4686300"/>
            <a:ext cx="5571986" cy="742950"/>
          </a:xfrm>
          <a:prstGeom prst="rect">
            <a:avLst/>
          </a:prstGeom>
          <a:solidFill>
            <a:srgbClr val="EE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48050499-488B-1CFE-D436-B59013386028}"/>
              </a:ext>
            </a:extLst>
          </p:cNvPr>
          <p:cNvSpPr/>
          <p:nvPr/>
        </p:nvSpPr>
        <p:spPr>
          <a:xfrm>
            <a:off x="5848204" y="4838700"/>
            <a:ext cx="51719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B1F33"/>
                </a:solidFill>
                <a:latin typeface="Sana"/>
                <a:ea typeface="Sana"/>
                <a:cs typeface="Sana"/>
              </a:rPr>
              <a:t>Mechanism: suppress on-resonant Rabi oscillations while preserving a sharp spectral feature for frequency extraction.</a:t>
            </a:r>
            <a:endParaRPr lang="en-US" sz="1350" dirty="0">
              <a:latin typeface="Sana"/>
              <a:ea typeface="Sana"/>
              <a:cs typeface="Sana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4DF1BD96-B5A3-D696-04FC-9C4DC1E8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DE6838D4-5BF2-0FEB-8730-AB469C6A4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377371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7E612-2BD0-3C7F-9D36-2F973D09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EDBBDB0E-4AB1-7F0A-0C37-D5C52077D3A2}"/>
              </a:ext>
            </a:extLst>
          </p:cNvPr>
          <p:cNvSpPr txBox="1"/>
          <p:nvPr/>
        </p:nvSpPr>
        <p:spPr>
          <a:xfrm>
            <a:off x="473413" y="489015"/>
            <a:ext cx="10205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b="1" dirty="0">
                <a:latin typeface="Sana"/>
                <a:ea typeface="Sana"/>
                <a:cs typeface="Sana"/>
              </a:rPr>
              <a:t>Three order of magnitude robustness</a:t>
            </a:r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B8EDD-D95B-73C2-EBB9-76DACE971997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Sana"/>
              <a:ea typeface="Sana"/>
              <a:cs typeface="S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90327-8295-DADE-F41B-7EC876D8E032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7A63A6-B3C9-BDD1-85E2-CB30096BF1F2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91AA4345-92A7-8849-C553-09F047BE0D89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Sana"/>
                  <a:cs typeface="Sana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Sana"/>
                <a:cs typeface="Sana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BC94CB65-5114-0566-FC8E-36CC524B4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3" name="Picture 2" descr="A close-up of a graph&#10;&#10;AI-generated content may be incorrect.">
            <a:extLst>
              <a:ext uri="{FF2B5EF4-FFF2-40B4-BE49-F238E27FC236}">
                <a16:creationId xmlns:a16="http://schemas.microsoft.com/office/drawing/2014/main" id="{303B1321-AAB1-3B7D-3B0D-AFCB3E4BB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13" y="2413331"/>
            <a:ext cx="10345064" cy="3501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D4F73-B46C-F07F-9551-D3AE565CEF37}"/>
              </a:ext>
            </a:extLst>
          </p:cNvPr>
          <p:cNvSpPr txBox="1"/>
          <p:nvPr/>
        </p:nvSpPr>
        <p:spPr>
          <a:xfrm>
            <a:off x="907915" y="1385522"/>
            <a:ext cx="32229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>
                <a:latin typeface="Sana"/>
                <a:ea typeface="Sana"/>
                <a:cs typeface="Sana"/>
              </a:rPr>
              <a:t>Suppresses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Sana"/>
                <a:ea typeface="Sana"/>
                <a:cs typeface="Sana"/>
              </a:rPr>
              <a:t>coherent oscillations</a:t>
            </a:r>
          </a:p>
          <a:p>
            <a:pPr algn="l" rtl="0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ana"/>
                <a:ea typeface="Sana"/>
                <a:cs typeface="Sana"/>
              </a:rPr>
              <a:t>Amplitude robustness 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Sana"/>
              <a:ea typeface="Sana"/>
              <a:cs typeface="Sana"/>
            </a:endParaRPr>
          </a:p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3743358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DF46-8AE7-3627-EC84-BEBE851E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B88A-DCF1-C15E-FDDA-51C636BA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>
              <a:latin typeface="Sana"/>
              <a:ea typeface="Sana"/>
              <a:cs typeface="Sana"/>
            </a:endParaRPr>
          </a:p>
        </p:txBody>
      </p:sp>
      <p:pic>
        <p:nvPicPr>
          <p:cNvPr id="4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CAF39FDB-07AF-CA38-4C3D-510DFF37C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957" y="1928876"/>
            <a:ext cx="5172532" cy="4563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76C202-3B93-8D1A-76D9-B6D1F21C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489" y="2618650"/>
            <a:ext cx="1128077" cy="276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46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96747-C385-B49F-BF0C-ADAC4CEA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4DA19B70-58D5-2DB6-E0AC-922BFD9B044C}"/>
              </a:ext>
            </a:extLst>
          </p:cNvPr>
          <p:cNvSpPr txBox="1"/>
          <p:nvPr/>
        </p:nvSpPr>
        <p:spPr>
          <a:xfrm>
            <a:off x="473413" y="489015"/>
            <a:ext cx="10205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dirty="0">
                <a:latin typeface="Sana"/>
                <a:ea typeface="Sana"/>
                <a:cs typeface="Sana"/>
              </a:rPr>
              <a:t>Adiabatic basis: power narrowing</a:t>
            </a:r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93B8A-C632-C2CC-6955-827A9D4E1A4F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Sana"/>
              <a:ea typeface="Sana"/>
              <a:cs typeface="S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6D086-2E14-809A-9E8B-0B50C62F2433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5340FA-5DB5-FD2D-3594-3B2FBB450F20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88E38C5C-5E3D-A2EB-CA8E-1200AEA01F24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Sana"/>
                  <a:cs typeface="Sana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Sana"/>
                <a:cs typeface="Sana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9DC3C744-FA30-9850-AEE9-E52D70D2E5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1C4DB50-45CA-A4A8-ECAF-A8D5BBF27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880340"/>
            <a:ext cx="10896600" cy="27241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2A5288E-AD4A-0429-A96A-67B80943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5B974-2FC1-A425-B9F7-A24EC736B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1471051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44CB2-94EB-3D54-881D-AC007058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0C461CAA-0DE0-8C62-6358-EC0E740F6389}"/>
              </a:ext>
            </a:extLst>
          </p:cNvPr>
          <p:cNvSpPr txBox="1"/>
          <p:nvPr/>
        </p:nvSpPr>
        <p:spPr>
          <a:xfrm>
            <a:off x="473413" y="489015"/>
            <a:ext cx="10205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dirty="0">
                <a:latin typeface="Sana"/>
                <a:ea typeface="Sana"/>
                <a:cs typeface="Sana"/>
              </a:rPr>
              <a:t>Adiabatic basis: power narrowing</a:t>
            </a:r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6654D-A0E7-7C7B-3EC7-F14A1835E528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Sana"/>
              <a:ea typeface="Sana"/>
              <a:cs typeface="S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5F54E7-A459-26E6-6B39-283F8F9C58A7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E2B3463-2A61-7B41-1F28-17DAF8A30B73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D70C8B58-9F0A-D80A-D60F-1FF2F794100B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Sana"/>
                  <a:cs typeface="Sana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Sana"/>
                <a:cs typeface="Sana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88B947E6-3752-B075-9355-3C84D157B7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5055FBE3-4870-29CB-32B1-17E7CA4A7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851" y="1316627"/>
            <a:ext cx="7772400" cy="402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74FA9-CBA6-7894-671C-31E01EF1F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F2E329DE-E35D-BB9A-6911-3BF1A3317D48}"/>
              </a:ext>
            </a:extLst>
          </p:cNvPr>
          <p:cNvSpPr txBox="1"/>
          <p:nvPr/>
        </p:nvSpPr>
        <p:spPr>
          <a:xfrm>
            <a:off x="473413" y="489015"/>
            <a:ext cx="102050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-US" sz="3000" b="1" dirty="0">
                <a:solidFill>
                  <a:srgbClr val="177987"/>
                </a:solidFill>
                <a:latin typeface="Sana"/>
                <a:cs typeface="Sana"/>
              </a:rPr>
              <a:t>System: </a:t>
            </a:r>
            <a:r>
              <a:rPr lang="en-US" sz="3000" b="1" dirty="0" err="1">
                <a:solidFill>
                  <a:srgbClr val="177987"/>
                </a:solidFill>
                <a:latin typeface="Sana"/>
                <a:cs typeface="Sana"/>
              </a:rPr>
              <a:t>superconducing</a:t>
            </a:r>
            <a:r>
              <a:rPr lang="en-US" sz="3000" b="1" dirty="0">
                <a:solidFill>
                  <a:srgbClr val="177987"/>
                </a:solidFill>
                <a:latin typeface="Sana"/>
                <a:cs typeface="Sana"/>
              </a:rPr>
              <a:t> qubits</a:t>
            </a:r>
            <a:endParaRPr lang="he-IL" sz="3000" b="1" dirty="0">
              <a:solidFill>
                <a:srgbClr val="177987"/>
              </a:solidFill>
              <a:latin typeface="Sana"/>
              <a:cs typeface="S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6038D-4471-71C8-F2F1-6B89DEC0BE77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>
              <a:latin typeface="Sana"/>
              <a:ea typeface="Sana"/>
              <a:cs typeface="S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8559F-05BC-C63F-EF3F-1C744E4C7827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>
              <a:latin typeface="Sana"/>
              <a:ea typeface="Sana"/>
              <a:cs typeface="S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283988-992E-5811-83CB-6D6C94B4B438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9C3F5969-217A-0117-8576-8E234F2F5CA2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Sana"/>
                  <a:cs typeface="Sana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Sana"/>
                <a:cs typeface="Sana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28D3F00C-3E00-9389-DD75-901681541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775858-C5AD-926D-9C1C-EFB11114B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334AA-44E9-04F2-B395-BC4CE558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>
              <a:latin typeface="Sana"/>
              <a:ea typeface="Sana"/>
              <a:cs typeface="Sana"/>
            </a:endParaRPr>
          </a:p>
        </p:txBody>
      </p:sp>
    </p:spTree>
    <p:extLst>
      <p:ext uri="{BB962C8B-B14F-4D97-AF65-F5344CB8AC3E}">
        <p14:creationId xmlns:p14="http://schemas.microsoft.com/office/powerpoint/2010/main" val="415830647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מותאם אישית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325B"/>
      </a:accent1>
      <a:accent2>
        <a:srgbClr val="50A781"/>
      </a:accent2>
      <a:accent3>
        <a:srgbClr val="D8AF5C"/>
      </a:accent3>
      <a:accent4>
        <a:srgbClr val="2B819B"/>
      </a:accent4>
      <a:accent5>
        <a:srgbClr val="83151E"/>
      </a:accent5>
      <a:accent6>
        <a:srgbClr val="873B70"/>
      </a:accent6>
      <a:hlink>
        <a:srgbClr val="50A781"/>
      </a:hlink>
      <a:folHlink>
        <a:srgbClr val="75325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מותאם אישית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325B"/>
      </a:accent1>
      <a:accent2>
        <a:srgbClr val="50A781"/>
      </a:accent2>
      <a:accent3>
        <a:srgbClr val="D8AF5C"/>
      </a:accent3>
      <a:accent4>
        <a:srgbClr val="2B819B"/>
      </a:accent4>
      <a:accent5>
        <a:srgbClr val="83151E"/>
      </a:accent5>
      <a:accent6>
        <a:srgbClr val="873B70"/>
      </a:accent6>
      <a:hlink>
        <a:srgbClr val="50A781"/>
      </a:hlink>
      <a:folHlink>
        <a:srgbClr val="75325B"/>
      </a:folHlink>
    </a:clrScheme>
    <a:fontScheme name="Office">
      <a:majorFont>
        <a:latin typeface="Sana"/>
        <a:ea typeface="Sana"/>
        <a:cs typeface="Sana"/>
        <a:font script="Jpan" typeface="Sana"/>
        <a:font script="Hang" typeface="Sana"/>
        <a:font script="Hans" typeface="Sana"/>
        <a:font script="Hant" typeface="Sana"/>
        <a:font script="Arab" typeface="Sana"/>
        <a:font script="Hebr" typeface="Sana"/>
        <a:font script="Thai" typeface="Sana"/>
        <a:font script="Ethi" typeface="Sana"/>
        <a:font script="Beng" typeface="Sana"/>
        <a:font script="Gujr" typeface="Sana"/>
        <a:font script="Khmr" typeface="Sana"/>
        <a:font script="Knda" typeface="Sana"/>
        <a:font script="Guru" typeface="Sana"/>
        <a:font script="Cans" typeface="Sana"/>
        <a:font script="Cher" typeface="Sana"/>
        <a:font script="Yiii" typeface="Sana"/>
        <a:font script="Tibt" typeface="Sana"/>
        <a:font script="Thaa" typeface="Sana"/>
        <a:font script="Deva" typeface="Sana"/>
        <a:font script="Telu" typeface="Sana"/>
        <a:font script="Taml" typeface="Sana"/>
        <a:font script="Syrc" typeface="Sana"/>
        <a:font script="Orya" typeface="Sana"/>
        <a:font script="Mlym" typeface="Sana"/>
        <a:font script="Laoo" typeface="Sana"/>
        <a:font script="Sinh" typeface="Sana"/>
        <a:font script="Mong" typeface="Sana"/>
        <a:font script="Viet" typeface="Sana"/>
        <a:font script="Uigh" typeface="Sana"/>
        <a:font script="Geor" typeface="Sana"/>
        <a:font script="Armn" typeface="Sana"/>
        <a:font script="Bugi" typeface="Sana"/>
        <a:font script="Bopo" typeface="Sana"/>
        <a:font script="Java" typeface="Sana"/>
        <a:font script="Lisu" typeface="Sana"/>
        <a:font script="Mymr" typeface="Sana"/>
        <a:font script="Nkoo" typeface="Sana"/>
        <a:font script="Olck" typeface="Sana"/>
        <a:font script="Osma" typeface="Sana"/>
        <a:font script="Phag" typeface="Sana"/>
        <a:font script="Syrn" typeface="Sana"/>
        <a:font script="Syrj" typeface="Sana"/>
        <a:font script="Syre" typeface="Sana"/>
        <a:font script="Sora" typeface="Sana"/>
        <a:font script="Tale" typeface="Sana"/>
        <a:font script="Talu" typeface="Sana"/>
        <a:font script="Tfng" typeface="Sana"/>
      </a:majorFont>
      <a:minorFont>
        <a:latin typeface="Sana"/>
        <a:ea typeface="Sana"/>
        <a:cs typeface="Sana"/>
        <a:font script="Jpan" typeface="Sana"/>
        <a:font script="Hang" typeface="Sana"/>
        <a:font script="Hans" typeface="Sana"/>
        <a:font script="Hant" typeface="Sana"/>
        <a:font script="Arab" typeface="Sana"/>
        <a:font script="Hebr" typeface="Sana"/>
        <a:font script="Thai" typeface="Sana"/>
        <a:font script="Ethi" typeface="Sana"/>
        <a:font script="Beng" typeface="Sana"/>
        <a:font script="Gujr" typeface="Sana"/>
        <a:font script="Khmr" typeface="Sana"/>
        <a:font script="Knda" typeface="Sana"/>
        <a:font script="Guru" typeface="Sana"/>
        <a:font script="Cans" typeface="Sana"/>
        <a:font script="Cher" typeface="Sana"/>
        <a:font script="Yiii" typeface="Sana"/>
        <a:font script="Tibt" typeface="Sana"/>
        <a:font script="Thaa" typeface="Sana"/>
        <a:font script="Deva" typeface="Sana"/>
        <a:font script="Telu" typeface="Sana"/>
        <a:font script="Taml" typeface="Sana"/>
        <a:font script="Syrc" typeface="Sana"/>
        <a:font script="Orya" typeface="Sana"/>
        <a:font script="Mlym" typeface="Sana"/>
        <a:font script="Laoo" typeface="Sana"/>
        <a:font script="Sinh" typeface="Sana"/>
        <a:font script="Mong" typeface="Sana"/>
        <a:font script="Viet" typeface="Sana"/>
        <a:font script="Uigh" typeface="Sana"/>
        <a:font script="Geor" typeface="Sana"/>
        <a:font script="Armn" typeface="Sana"/>
        <a:font script="Bugi" typeface="Sana"/>
        <a:font script="Bopo" typeface="Sana"/>
        <a:font script="Java" typeface="Sana"/>
        <a:font script="Lisu" typeface="Sana"/>
        <a:font script="Mymr" typeface="Sana"/>
        <a:font script="Nkoo" typeface="Sana"/>
        <a:font script="Olck" typeface="Sana"/>
        <a:font script="Osma" typeface="Sana"/>
        <a:font script="Phag" typeface="Sana"/>
        <a:font script="Syrn" typeface="Sana"/>
        <a:font script="Syrj" typeface="Sana"/>
        <a:font script="Syre" typeface="Sana"/>
        <a:font script="Sora" typeface="Sana"/>
        <a:font script="Tale" typeface="Sana"/>
        <a:font script="Talu" typeface="Sana"/>
        <a:font script="Tfng" typeface="S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E012AC-3AB2-3145-8E75-50D168D51310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{83CDC9D4-0014-B14D-ADB7-C2D46441B754}tf10001123</Template>
  <TotalTime>1196</TotalTime>
  <Words>181</Words>
  <Application>Microsoft Macintosh PowerPoint</Application>
  <PresentationFormat>Widescreen</PresentationFormat>
  <Paragraphs>36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Sana</vt:lpstr>
      <vt:lpstr>ערכת נושא Office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מוריה-יעל בשן (סטודנט)</dc:creator>
  <cp:lastModifiedBy>Asaf Solonnikov</cp:lastModifiedBy>
  <cp:revision>29</cp:revision>
  <dcterms:created xsi:type="dcterms:W3CDTF">2023-06-12T09:25:50Z</dcterms:created>
  <dcterms:modified xsi:type="dcterms:W3CDTF">2026-06-28T09:39:37Z</dcterms:modified>
</cp:coreProperties>
</file>